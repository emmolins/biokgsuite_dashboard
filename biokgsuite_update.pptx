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BioKGSuite — Progress Update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4231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OpenBioLink Integration  ·  New Analysis Methods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3017520"/>
            <a:ext cx="45720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33756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337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OpenBioLink: Integration &amp; Issues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0" y="333756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3337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New Analyses: Silhouette · Recovery · Sensitivity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0" y="4754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5D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5B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OpenBioLink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· Rationale · Issues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OpenBioLink?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OpenBioLink · Rationale · Issues  —  1 of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5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OpenBioLink is a large-scale, heterogeneous biomedical knowledge graph designed explicitly as a benchmark for link prediction. It aggregates relationships across seven biomedical entity types and 30 edge types from curated databases.</a:t>
            </a:r>
            <a:endParaRPr lang="en-US" sz="13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application areas include drug–target interaction, drug repurposing hypothesis generation, and pathway analysis.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92040" y="1207008"/>
            <a:ext cx="3840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92040" y="1207008"/>
            <a:ext cx="13716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11496" y="128016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5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126480" y="12801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types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(gene, disease, drug, phenotype,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process, anatomy, side effect)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92040" y="2432304"/>
            <a:ext cx="3840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2432304"/>
            <a:ext cx="13716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11496" y="2505456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5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2505456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types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gene–disease, drug–target,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gene–gene interaction)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92040" y="3657600"/>
            <a:ext cx="3840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3657600"/>
            <a:ext cx="137160" cy="10789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11496" y="3730752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5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5M+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26480" y="3730752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(high-quality cutoff variant)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Breit et al. (2020) Bioinformatics 36(13):4097 · github.com/OpenBioLink/OpenBioLink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BioKGSuite · Progress Update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OpenBioLink: Rationale &amp; Proof of Concept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OpenBioLink · Rationale · Issues  —  2 of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148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4114800" cy="347472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18872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OpenBioLink?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" y="1591056"/>
            <a:ext cx="393192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coverage beyond PrimeKG, Hetionet, and DRKG with a rigorously curated benchmark graph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link prediction benchmarking — allows direct comparison with published model baselines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high-quality vs. full-inclusion variants enable sensitivity testing around curation thresholds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a gap: no existing KG in the suite was designed primarily as a link prediction benchmark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fifth data point for multi-KG comparison across all evaluation dimensions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1480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88720"/>
            <a:ext cx="41148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1188720"/>
            <a:ext cx="3986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37176" y="1591056"/>
            <a:ext cx="3931920" cy="3044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loaded via OpenBioLink Python library; graph construction and node/edge parsing confirmed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and relation type mappings validated against BioKGSuite internal schema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analysis (notebook 01) completed — gene, disease, and drug coverage assessed against gold standards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metrics computed; KG integrates cleanly into existing evaluation pipeline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link prediction scores obtained for baseline comparison (ComplEx MRR ~0.32 on OBL2020)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BioKGSuite · Progress Update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OpenBioLink: Issues &amp; Challenges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OpenBioLink · Rationale · Issues  —  3 of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88720"/>
            <a:ext cx="128016" cy="1737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496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Identifier Mapping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9496" y="1591056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OpenBioLink uses mixed-namespace identifiers (Entrez, Ensembl, UMLS) not always aligned with gold standard sets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custom normalization step before coverage metrics could be computed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3108960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3108960"/>
            <a:ext cx="128016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 &amp; Memory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9496" y="3511296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(no quality cutoff) variant exceeds 8 M triples — causes memory pressure in NetworkX-based topology analysis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using high-quality cutoff variant; full-graph analysis deferred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188720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88720"/>
            <a:ext cx="128016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28616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Type Heterogeneity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28616" y="1591056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edge types require mapping to BioKGSuite's canonical relation schema; several relations lack direct equivalents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groupings used for cross-KG comparisons — flagged as a limitation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09160" y="3108960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A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108960"/>
            <a:ext cx="128016" cy="1737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Metadata Fields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928616" y="3511296"/>
            <a:ext cx="37947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Source-level provenance not uniformly available for all edge types, limiting trustworthiness analysis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accuracy checks partially skipped where ontology identifiers could not be resolved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BioKGSuite · Progress Update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1C5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Analyses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 ·  Known-Pair Recovery Curves  ·  Edge Removal Sensitivity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1 — Silhouette Score: Clustering Quality per KG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Analyses  —  1 of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2062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4206240" cy="329184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1704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5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Silhouette score measures how well entity embeddings cluster by node type within each KG. Ranges from −1 (poor) to +1 (perfect separation).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C5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Node embeddings generated per KG; cluster labels = entity type (gene, disease, drug, etc.).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C5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</a:t>
            </a:r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 silhouette coefficient across all nodes; reported per entity type and as an aggregate.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C5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</a:t>
            </a:r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higher score indicates that a KG's structure meaningfully separates biological entity types — important for downstream link prediction tasks.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0690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70432"/>
            <a:ext cx="406908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11704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82896" y="155448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Cross-KG comparison of embedding quality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KGs produce structurally coherent entity clusters — a prerequisite for reliable link prediction.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Entity-type resolution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Per-type breakdown reveals whether certain entity categories (e.g. phenotypes, side effects) are systematically harder to cluster in some KGs.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across PrimeKG, Hetionet, DRKG, MATRIX, and OpenBioLink (5 KGs).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BioKGSuite · Progress Update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2 — Known-Pair Recovery Curves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Analyses  —  2 of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2062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4206240" cy="329184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1704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5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each KG, take a gold-standard set of known drug–disease pairs and ask: what % are reachable within exactly 1, 2, and 3 hops?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C5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standard:</a:t>
            </a:r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Curated drug–disease pairs from sources including DrugBank, Open Targets, and CTD.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C5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Recovery curve (bar/line) showing cumulative % of known pairs reachable at each hop threshold — one curve per KG.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C5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</a:t>
            </a:r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 edges (1-hop) indicate explicitly curated knowledge; 2–3 hop reachability captures indirect mechanistic paths that a KG can support for reasoning.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0690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70432"/>
            <a:ext cx="406908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11704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82896" y="155448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depth for drug repurposing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KG that recovers a high % at 1-hop is rich in direct drug–disease annotations; 2–3 hop recovery reflects mechanistic connective tissue.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suitability ranking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 allow direct comparison: which KG provides the best scaffolding for reasoning over known therapeutic relationships?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across all 5 KGs; plotted as grouped bars at 1-, 2-, and 3-hop thresholds with cumulative overlay.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BioKGSuite · Progress Update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3 — Edge Removal Sensitivity on Known Pairs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Analyses  —  3 of 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170432"/>
            <a:ext cx="42062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70432"/>
            <a:ext cx="4206240" cy="329184"/>
          </a:xfrm>
          <a:prstGeom prst="rect">
            <a:avLst/>
          </a:prstGeom>
          <a:solidFill>
            <a:srgbClr val="1C5D99"/>
          </a:solidFill>
          <a:ln w="12700">
            <a:solidFill>
              <a:srgbClr val="1C5D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" y="11704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931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5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Incrementally remove random edge fractions (e.g. 10%, 20%, … 90%) from each KG. At each step, measure what % of known drug–disease pairs remain reachable via any path.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C5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tests:</a:t>
            </a:r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(1) Degradation curve — plot connectivity % vs. removal %; (2) Alternative paths — at each removal step, check whether pairs that lost their direct edge are still reachable via indirect routes.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C5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</a:t>
            </a:r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Tests robustness and redundancy of each KG — important for assessing reliability under noisy or incomplete data conditions.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0690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E4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70432"/>
            <a:ext cx="406908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11704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Tells 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82896" y="155448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robustness under dropout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KG whose known-pair connectivity degrades sharply at low removal rates is fragile — relying on few critical edges. A resilient KG maintains connectivity through redundant paths.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redundancy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Alternative-path analysis distinguishes between pairs that are "only directly connected" vs. those embedded in a rich mechanistic neighbourhood.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curves plotted per KG; alternative-path rate reported as % of affected pairs with ≥1 remaining path at 3-hop depth.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4919472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BioKGSuite · Progress Update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BioKGSuite — Progress Update</dc:title>
  <dc:subject>PptxGenJS Presentation</dc:subject>
  <dc:creator>PptxGenJS</dc:creator>
  <cp:lastModifiedBy>PptxGenJS</cp:lastModifiedBy>
  <cp:revision>1</cp:revision>
  <dcterms:created xsi:type="dcterms:W3CDTF">2026-03-27T11:34:12Z</dcterms:created>
  <dcterms:modified xsi:type="dcterms:W3CDTF">2026-03-27T11:34:12Z</dcterms:modified>
</cp:coreProperties>
</file>